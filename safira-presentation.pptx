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0443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0" y="914400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Safira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children and restoring hope since 2022.</a:t>
            </a:r>
            <a:endParaRPr lang="en-US" sz="1800" i="1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BYU IS 413 · 414 · 455 — Winter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" y="0"/>
            <a:ext cx="9070848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Safira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756738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756738"/>
            <a:ext cx="27432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03105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/>
              <a:t>51%</a:t>
            </a:r>
            <a:endParaRPr lang="en-US" sz="3800" b="1" dirty="0"/>
          </a:p>
        </p:txBody>
      </p:sp>
      <p:sp>
        <p:nvSpPr>
          <p:cNvPr id="10" name="Text 8"/>
          <p:cNvSpPr/>
          <p:nvPr/>
        </p:nvSpPr>
        <p:spPr>
          <a:xfrm>
            <a:off x="411480" y="280829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rape victims in Brazil 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children under 13 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27832" y="1756738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27832" y="1756738"/>
            <a:ext cx="27432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64992" y="203105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/>
              <a:t>85%</a:t>
            </a:r>
            <a:endParaRPr lang="en-US" sz="3800" b="1" dirty="0"/>
          </a:p>
        </p:txBody>
      </p:sp>
      <p:sp>
        <p:nvSpPr>
          <p:cNvPr id="14" name="Text 12"/>
          <p:cNvSpPr/>
          <p:nvPr/>
        </p:nvSpPr>
        <p:spPr>
          <a:xfrm>
            <a:off x="3364992" y="280829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in child sexual violence reports in March 2020 alone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81344" y="1756738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81344" y="1756738"/>
            <a:ext cx="27432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18504" y="203105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/>
              <a:t>5th</a:t>
            </a:r>
            <a:endParaRPr lang="en-US" sz="3800" b="1" dirty="0"/>
          </a:p>
        </p:txBody>
      </p:sp>
      <p:sp>
        <p:nvSpPr>
          <p:cNvPr id="18" name="Text 16"/>
          <p:cNvSpPr/>
          <p:nvPr/>
        </p:nvSpPr>
        <p:spPr>
          <a:xfrm>
            <a:off x="6318504" y="280829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ranked 5th globally for online child sexual abuse content reports in 2024, up from 27th in just two years 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951298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" y="0"/>
            <a:ext cx="9070848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Safira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Safira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Inspired by Lighthouse Sanctuary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Safira is a nonprofit modeled after a real organization operating safe homes for girl survivors of sex trafficking and abuse in the Philippines. Safira replicates this mission in Brazil.</a:t>
            </a:r>
          </a:p>
          <a:p>
            <a:pPr marL="0" indent="0">
              <a:buNone/>
            </a:pPr>
            <a:endParaRPr lang="en-US" sz="135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Safira — Portuguese for "sapphire" — reflects our belief that every survivor is precious. Safira exists to walk alongside girls through their hardest moments and help them emerge with dignity, hope, and a future.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663440" y="868680"/>
            <a:ext cx="36576" cy="3840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We're Building For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92040" y="141732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892040" y="1417320"/>
            <a:ext cx="54864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7492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Survivors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1874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 of trafficking and abuse who deserve safety, dignity, and a clear path toward healing and a future. 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278892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892040" y="2788920"/>
            <a:ext cx="54864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7492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Leaders and Donors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3246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staff and supporters who make it possible need one trusted system to manage residents and make decisions on live data.  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" y="0"/>
            <a:ext cx="9070848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Safira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160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1247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Portal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history, impact dashboards, and ML-powered churn prediction to retain and grow the donor base.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160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11247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15087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resident records, counseling notes, home visitations, and intervention tracking across all safe houses.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4160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9992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Intelligence Built In 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2834640"/>
            <a:ext cx="4160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29992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92040" y="3383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ASP.NET Identity, HTTPS, CSP headers, GDPR cookie consent, and encrypted credentials for sensitive survivor data.</a:t>
            </a:r>
            <a:endParaRPr lang="en-US" sz="12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5D74750A-3DC3-7583-EB4F-26A1A85A2E71}"/>
              </a:ext>
            </a:extLst>
          </p:cNvPr>
          <p:cNvSpPr/>
          <p:nvPr/>
        </p:nvSpPr>
        <p:spPr>
          <a:xfrm>
            <a:off x="516636" y="34311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predicting donor churn the moment a gift is recorded, to a Claude-powered chat assistant for staff, Safira turns raw data into actionable insight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20">
            <a:extLst>
              <a:ext uri="{FF2B5EF4-FFF2-40B4-BE49-F238E27FC236}">
                <a16:creationId xmlns:a16="http://schemas.microsoft.com/office/drawing/2014/main" id="{D1AD09B2-4B2A-835D-1310-B1CC8DB25B34}"/>
              </a:ext>
            </a:extLst>
          </p:cNvPr>
          <p:cNvSpPr/>
          <p:nvPr/>
        </p:nvSpPr>
        <p:spPr>
          <a:xfrm>
            <a:off x="6135624" y="2539746"/>
            <a:ext cx="2788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" y="0"/>
            <a:ext cx="9070848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Safira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2114550"/>
            <a:ext cx="27889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211455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600" y="2571750"/>
            <a:ext cx="2788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93192" y="277291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70891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TypeScript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182112" y="2114550"/>
            <a:ext cx="27889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73552" y="211455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182112" y="2571750"/>
            <a:ext cx="2788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46704" y="277291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47872" y="270891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and .NET 10 / C#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135624" y="2114550"/>
            <a:ext cx="27889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27064" y="211455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ML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00216" y="277291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01384" y="270891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858000" y="323219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via Railway and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411540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page here: www.safira.world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BYU IS 413 · 414 · 455 — Winter 2026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7571F09-8BC7-9B31-2B61-75B3DFC2B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968" y="227054"/>
            <a:ext cx="7482063" cy="3888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359</Words>
  <Application>Microsoft Office PowerPoint</Application>
  <PresentationFormat>On-screen Show (16:9)</PresentationFormat>
  <Paragraphs>50</Paragraphs>
  <Slides>6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Safira — Project Presentation</dc:title>
  <dc:subject>PptxGenJS Presentation</dc:subject>
  <dc:creator>PptxGenJS</dc:creator>
  <cp:lastModifiedBy>Will Holland</cp:lastModifiedBy>
  <cp:revision>12</cp:revision>
  <dcterms:created xsi:type="dcterms:W3CDTF">2026-04-08T21:52:12Z</dcterms:created>
  <dcterms:modified xsi:type="dcterms:W3CDTF">2026-04-10T15:54:52Z</dcterms:modified>
</cp:coreProperties>
</file>